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366F1"/>
                </a:solidFill>
              </a:defRPr>
            </a:pPr>
            <a:r>
              <a:t>PALIN CORP</a:t>
            </a:r>
          </a:p>
          <a:p>
            <a:pPr>
              <a:spcBef>
                <a:spcPts val="1000"/>
              </a:spcBef>
              <a:defRPr sz="2800" b="1">
                <a:solidFill>
                  <a:srgbClr val="F8FAFC"/>
                </a:solidFill>
              </a:defRPr>
            </a:pPr>
            <a:r>
              <a:t>The Human Life OS: 100-Year Lifecycle Universe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요람(0세)에서 무덤(100세+)까지 — 단일 PALIN ID로 연결되는 12대 버티컬 AI 관제 생태계</a:t>
            </a:r>
          </a:p>
          <a:p>
            <a:pPr>
              <a:spcBef>
                <a:spcPts val="4000"/>
              </a:spcBef>
              <a:defRPr sz="1100" b="1">
                <a:solidFill>
                  <a:srgbClr val="F59E0B"/>
                </a:solidFill>
              </a:defRPr>
            </a:pPr>
            <a:r>
              <a:t>CONFIDENTIAL  |  EXECUTIVE STRATEGY DECK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MARKET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인간 생애주기 시장의 거대한 파편화와 데이터 단절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모든 생애 전환기(입시, 취업, 결혼, 의료, 상속)마다 앱을 새로 깔고 데이터를 버려야 하는 비효율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⚠️ 1. 수능 끝나면 지우는 앱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기존 에듀테크는 고3 졸업 즉시 이탈(Churn 100%). 수십만 원의 CAC를 허공에 날리고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⚠️ 2. 100년 치 데이터 단절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영유아 접종, 학창 성적, 성인 진료, 세무 장부가 완전히 쪼개져 시너지를 내지 못합니다.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💡 3. PALIN의 해결책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단일 PALIN ID SSO를 통해 고3 입시 데이터가 취업, 헬스, 의료, 세무로 영구 승계되는 무이탈 생태계 구축.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ECOSYSTEM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인간 생애 연대기순 12대 '-MATE' 포트폴리오 &amp; B2B 관제실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각 B2C 고객 앱 뒤에 1:1로 매핑되는 전문가 B2B SaaS(PALIN OS)가 결합된 윈-윈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03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🌱 1단계: 성장 &amp; 입시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BABY-MATE (영유아/육아)</a:t>
            </a:r>
            <a:br/>
            <a:r>
              <a:t>• PASS-MATE (초중고 입시 1등)</a:t>
            </a:r>
            <a:br/>
            <a:r>
              <a:t>• CAREER-MATE (대학/취업)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🔥 2단계: 청장년 &amp; 라이프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MARRY-MATE (결혼/웨딩)</a:t>
            </a:r>
            <a:br/>
            <a:r>
              <a:t>• FIT-MATE (헬스/피트니스)</a:t>
            </a:r>
            <a:br/>
            <a:r>
              <a:t>• MEDI-MATE (병원/의료)</a:t>
            </a:r>
            <a:br/>
            <a:r>
              <a:t>• BIZ-MATE (소상공인 세무)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🕊️ 3단계: 자산 &amp; 엔딩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MONEY-MATE (자산/절세)</a:t>
            </a:r>
            <a:br/>
            <a:r>
              <a:t>• MIND-MATE (수면/멘탈)</a:t>
            </a:r>
            <a:br/>
            <a:r>
              <a:t>• PET-MATE (반려동물)</a:t>
            </a:r>
            <a:br/>
            <a:r>
              <a:t>• SILVER-MATE (은퇴/연금)</a:t>
            </a:r>
            <a:br/>
            <a:r>
              <a:t>• LEGACY-MATE (상속/엔딩)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FLAGSHIP PRODUCT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PASS-MATE: 대치동 1타 입시 &amp; B2B 학원 관제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11,688개 대학 누백 변환 수식과 '실패의 원리' 킬러 오답 처방전으로 무장한 캐시카우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04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📱 B2C 수험생 모바일 앱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1초 OMR 자동 채점 &amp; 원장 맞춤 처방전</a:t>
            </a:r>
            <a:br/>
            <a:r>
              <a:t>• 11,688개 대학 실시간 정시 합격예측</a:t>
            </a:r>
            <a:br/>
            <a:r>
              <a:t>• 일일 자습시간 타이머 &amp; 학부모 알림톡</a:t>
            </a:r>
            <a:br/>
            <a:r>
              <a:t>• 1:1 SKY 명문대 과외 매칭 및 과제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🏫 B2B PALIN ACADEMY OS (원장 관제실)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146명 재원생 전원 실시간 등하원/성적 관제</a:t>
            </a:r>
            <a:br/>
            <a:r>
              <a:t>• 주차별 시험지 &amp; 1~4등급컷 일괄 세팅</a:t>
            </a:r>
            <a:br/>
            <a:r>
              <a:t>• 카카오 알림톡 자동 발송 &amp; 수강료 결제</a:t>
            </a:r>
            <a:br/>
            <a:r>
              <a:t>• 대치동 직강 VOD 및 킬러 워크북 배포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YOUTH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CAREER-MATE (대학/취업) &amp; MARRY-MATE (결혼/웨딩)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학업 데이터가 대기업 직무 적성 매칭으로 승계되고, 소득/자산 인증 기반 스마트 신혼 청약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05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💼 CAREER-MATE (취업/이직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4개년 대학 학점(GPA) 및 전공 로드맵</a:t>
            </a:r>
            <a:br/>
            <a:r>
              <a:t>• AI 자기소개서 첨삭 &amp; 꼬리질문 화상면접</a:t>
            </a:r>
            <a:br/>
            <a:r>
              <a:t>• PALIN HR OS 연동 대기업 서류 패스 숏리스트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💍 MARRY-MATE (결혼/웨딩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스드메 &amp; 예식장 추가금 0원 투명 원가 견적</a:t>
            </a:r>
            <a:br/>
            <a:r>
              <a:t>• 신혼부부 디딤돌/버팀목 대출 1초 계산</a:t>
            </a:r>
            <a:br/>
            <a:r>
              <a:t>• PALIN WEDDING OS 연동 잔여 타임 특가 매칭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HEALTH &amp; LONGEVITY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FIT-MATE (피트니스) &amp; MEDI-MATE (병원/의료)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체지방/운동 루틴과 2만 개 약물 DUR 복약 처방전 연동으로 100세 건강 방어 및 1초 실손 청구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06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💪 FIT-MATE (헬스/체형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3대 중량 &amp; 인바디 골격근량 추세선</a:t>
            </a:r>
            <a:br/>
            <a:r>
              <a:t>• 식단 사진 AI 탄단지 1초 분석</a:t>
            </a:r>
            <a:br/>
            <a:r>
              <a:t>• PALIN GYM OS 연동 락커/회원권 만료 자동 재등록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🏥 MEDI-MATE (의료/복약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다니는 병원 처방전 자동 OCR &amp; 복약 알림</a:t>
            </a:r>
            <a:br/>
            <a:r>
              <a:t>• 2만 개 약물 상호작용(DUR) 부작용 차단</a:t>
            </a:r>
            <a:br/>
            <a:r>
              <a:t>• PALIN CLINIC OS 연동 사전 문진 &amp; 1초 실손 청구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WEALTH &amp;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BIZ-MATE (소상공인 세무) &amp; MONEY-MATE (패밀리오피스)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사업장 실시간 매출/부가세 계산과 개인 자산의 올웨더 포트폴리오를 결합한 절세 극대화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07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🏢 BIZ-MATE (사업자/세무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홈택스 연동 실시간 매출 &amp; 예상 부가세 자동 적립</a:t>
            </a:r>
            <a:br/>
            <a:r>
              <a:t>• 알바 주휴수당/시급 1초 계산 및 근로계약서</a:t>
            </a:r>
            <a:br/>
            <a:r>
              <a:t>• 배민/쿠팡 카드매출 정산 누락 0원 탐지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💰 MONEY-MATE (자산/절세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마이데이터 기반 전 금융권 순자산 통합 관제</a:t>
            </a:r>
            <a:br/>
            <a:r>
              <a:t>• ISA, IRP 연말정산 절세 세액공제 한도 알림</a:t>
            </a:r>
            <a:br/>
            <a:r>
              <a:t>• PALIN WEALTH OS 연동 글로벌 매크로 자산 배분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WELLNESS &amp;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MIND-MATE (멘탈케어/수면) &amp; PET-MATE (반려동물)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하버드 CBT 기반 수면/감정 회복과 1,500만 반려가구를 위한 동물병원 접종 및 영양 스캔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08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🧠 MIND-MATE (수면/멘탈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스마트워치 연동 뇌 회복 수면 점수 분석</a:t>
            </a:r>
            <a:br/>
            <a:r>
              <a:t>• 인지행동치료(CBT) 기반 AI 감정 일기</a:t>
            </a:r>
            <a:br/>
            <a:r>
              <a:t>• 도파민 디톡스 몰입 뽀모도로 타이머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🐾 PET-MATE (반려동물 토탈 케어)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심장사상충 및 필수 예방접종 D-Day 알림</a:t>
            </a:r>
            <a:br/>
            <a:r>
              <a:t>• 사료 영양 &amp; 유해 성분 AI 스캐너</a:t>
            </a:r>
            <a:br/>
            <a:r>
              <a:t>• PALIN VET OS 연동 동물병원 진료비 펫보험 청구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SENIOR &amp; LEGACY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SILVER-MATE (은퇴/연금) &amp; LEGACY-MATE (상속/유언)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3층 연금 월 실수령액 극대화 및 사후 유류분 분쟁 0% 블록체인 AI 유언장 공증/디지털 유산 승계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09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🏖️ SILVER-MATE (은퇴/시니어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국민연금+퇴직연금+개인연금 월 실수령 시뮬레이션</a:t>
            </a:r>
            <a:br/>
            <a:r>
              <a:t>• 액티브 시니어 파크골프/등산 소모임 커뮤니티</a:t>
            </a:r>
            <a:br/>
            <a:r>
              <a:t>• PALIN SENIOR OS 연동 주간보호센터 안심 알림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🕊️ LEGACY-MATE (상속/엔딩 관제)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블록체인 기반 법적 효력 AI 유언장 공증</a:t>
            </a:r>
            <a:br/>
            <a:r>
              <a:t>• 사전 유류분 분할 시뮬레이션으로 상속 분쟁 0%</a:t>
            </a:r>
            <a:br/>
            <a:r>
              <a:t>• PALIN MEMORIAL OS 연동 디지털 유산 추모관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DATA FLYWHEEL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단일 계정(Single PALIN ID) 생애 데이터 플라이휠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한 번 가입하면 요람에서 무덤까지 고객 이탈율(Churn) 0% 달성 &amp; 평생 LTV 극대화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10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🔄 1. CAC = 0원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PASS-MATE에서 확보한 10대 수험생이 20대 취업, 30대 결혼, 40대 사업으로 자연 이관되어 신규 마케팅비 제로.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📈 2. 평생 LTV 30배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단일 입시 앱(LTV 10만원) 대비, 전 생애 12대 OS(LTV 300만원+)로 고객 생애 가치 30배 증폭.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💰 3. B2B 수수료 독점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학원, 병원, 헬스장, 웨딩홀, 세무법인이 지불하는 월 SaaS 구독료와 결제 수수료의 강력한 현금흐름.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최상위 1% 도메인 마스터 비공개 IP 독점 얼라이언스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일반 AI의 겉핥기를 넘어서는 의사/세무사/변호사/1타 원장들의 20년 암묵지 엔진화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11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👑 1. 비공개 노하우의 힘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대치동 1타 원장 누백 수식, 국세청 출신 세무사 절세식, 대형로펌 상속 분할식 등 비공개 IP 독점 탑재.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🤝 2. Rev-Share 파트너십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매출의 5%~12% 로열티를 배분하여 업계 거물들을 PALIN의 평생 우군이자 바이럴 채널로 전환.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🛡️ 3. 원천 IP 소유권 보호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모든 알고리즘과 소프트웨어 소유권은 100% PALIN CORP에 귀속(Work-for-Hire)되어 영구적 해자 구축.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PALIN CORP  |  GROWTH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PALIN CORP 5개년 로드맵 &amp; 글로벌 IPO 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PASS-MATE 1등 안착 후 12대 제품군 순차 런칭으로 글로벌 인간 라이프 OS 등극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🚀 Year 1: PASS-MATE 1등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대치/목동 학원가 장악 (재원생 5만명)</a:t>
            </a:r>
            <a:br/>
            <a:r>
              <a:t>• B2B SaaS ARR 30억원 달성</a:t>
            </a:r>
            <a:br/>
            <a:r>
              <a:t>• 미국 법인 설립 및 시리즈 A 유치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🌟 Year 2~3: 메인 버티컬 확장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CAREER-MATE &amp; FIT-MATE 런칭</a:t>
            </a:r>
            <a:br/>
            <a:r>
              <a:t>• BIZ-MATE &amp; MEDI-MATE B2B 연동</a:t>
            </a:r>
            <a:br/>
            <a:r>
              <a:t>• 가입자 100만 명 돌파 (시리즈 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🏆 Year 4~5: 글로벌 Life OS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12대 제품군 풀 에코시스템 완성</a:t>
            </a:r>
            <a:br/>
            <a:r>
              <a:t>• 단일 PALIN ID 글로벌 500만 가입자</a:t>
            </a:r>
            <a:br/>
            <a:r>
              <a:t>• 기업가치 1조원+ 유니콘 및 나스닥 상장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